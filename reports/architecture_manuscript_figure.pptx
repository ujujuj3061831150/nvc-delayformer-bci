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981529" cy="547176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981529" cy="54717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6617" y="109728"/>
            <a:ext cx="13320979" cy="5266944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828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94944" y="1667865"/>
            <a:ext cx="694944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867558" y="1667865"/>
            <a:ext cx="702259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72998" y="3218688"/>
            <a:ext cx="760781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143353" y="3211372"/>
            <a:ext cx="358445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5683" y="4798771"/>
            <a:ext cx="775411" cy="0"/>
          </a:xfrm>
          <a:prstGeom prst="line">
            <a:avLst/>
          </a:prstGeom>
          <a:ln w="23408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50668" y="4762195"/>
            <a:ext cx="365760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35731" y="4118457"/>
            <a:ext cx="263347" cy="0"/>
          </a:xfrm>
          <a:prstGeom prst="line">
            <a:avLst/>
          </a:prstGeom>
          <a:ln w="1975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462272" y="1543507"/>
            <a:ext cx="160934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23206" y="1543507"/>
            <a:ext cx="0" cy="1228953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23206" y="2772460"/>
            <a:ext cx="314554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03750" y="3869740"/>
            <a:ext cx="226771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630521" y="2772460"/>
            <a:ext cx="0" cy="109728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630521" y="2772460"/>
            <a:ext cx="307239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93331" y="1543507"/>
            <a:ext cx="336499" cy="0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17459" y="1901952"/>
            <a:ext cx="0" cy="241401"/>
          </a:xfrm>
          <a:prstGeom prst="line">
            <a:avLst/>
          </a:prstGeom>
          <a:ln w="19019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17305" y="3533241"/>
            <a:ext cx="234087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09606" y="2852928"/>
            <a:ext cx="234086" cy="0"/>
          </a:xfrm>
          <a:prstGeom prst="line">
            <a:avLst/>
          </a:prstGeom>
          <a:ln w="2194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13094" y="1521561"/>
            <a:ext cx="0" cy="431597"/>
          </a:xfrm>
          <a:prstGeom prst="line">
            <a:avLst/>
          </a:prstGeom>
          <a:ln w="19019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42355" y="2728569"/>
            <a:ext cx="0" cy="446227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76672" y="2772460"/>
            <a:ext cx="0" cy="409652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76672" y="3182112"/>
            <a:ext cx="1294790" cy="0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671462" y="2794406"/>
            <a:ext cx="0" cy="387706"/>
          </a:xfrm>
          <a:prstGeom prst="line">
            <a:avLst/>
          </a:prstGeom>
          <a:ln w="16093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588812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88736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10604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17843" y="2809036"/>
            <a:ext cx="0" cy="3730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032089" y="2333548"/>
            <a:ext cx="0" cy="153620"/>
          </a:xfrm>
          <a:prstGeom prst="line">
            <a:avLst/>
          </a:prstGeom>
          <a:ln w="16824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32089" y="2772460"/>
            <a:ext cx="0" cy="197511"/>
          </a:xfrm>
          <a:prstGeom prst="line">
            <a:avLst/>
          </a:prstGeom>
          <a:ln w="17556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32089" y="3496665"/>
            <a:ext cx="0" cy="292608"/>
          </a:xfrm>
          <a:prstGeom prst="line">
            <a:avLst/>
          </a:prstGeom>
          <a:ln w="16824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032089" y="4147718"/>
            <a:ext cx="0" cy="16825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520025" y="3262579"/>
            <a:ext cx="43891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520025" y="2626156"/>
            <a:ext cx="0" cy="636423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520025" y="2626156"/>
            <a:ext cx="336499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485632" y="3255264"/>
            <a:ext cx="73152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558784" y="3255264"/>
            <a:ext cx="0" cy="73152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207654" y="3986784"/>
            <a:ext cx="351130" cy="0"/>
          </a:xfrm>
          <a:prstGeom prst="line">
            <a:avLst/>
          </a:prstGeom>
          <a:ln w="1536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084356" y="1528876"/>
            <a:ext cx="0" cy="307239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084356" y="3635654"/>
            <a:ext cx="0" cy="307238"/>
          </a:xfrm>
          <a:prstGeom prst="line">
            <a:avLst/>
          </a:prstGeom>
          <a:ln w="20482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1294790" y="1623974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3474720" y="1623974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1338682" y="3174797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406701" y="3167482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345997" y="4754880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2421331" y="4718304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3503981" y="4074566"/>
            <a:ext cx="95097" cy="87783"/>
          </a:xfrm>
          <a:custGeom>
            <a:avLst/>
            <a:gdLst/>
            <a:ahLst/>
            <a:cxnLst/>
            <a:rect l="l" t="t" r="r" b="b"/>
            <a:pathLst>
              <a:path w="95097" h="87783">
                <a:moveTo>
                  <a:pt x="95097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4842662" y="2728570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2662" y="2728570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7234733" y="1499616"/>
            <a:ext cx="95097" cy="87782"/>
          </a:xfrm>
          <a:custGeom>
            <a:avLst/>
            <a:gdLst/>
            <a:ahLst/>
            <a:cxnLst/>
            <a:rect l="l" t="t" r="r" b="b"/>
            <a:pathLst>
              <a:path w="95097" h="87782">
                <a:moveTo>
                  <a:pt x="95097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7973568" y="2048256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8756294" y="3489350"/>
            <a:ext cx="95098" cy="87783"/>
          </a:xfrm>
          <a:custGeom>
            <a:avLst/>
            <a:gdLst/>
            <a:ahLst/>
            <a:cxnLst/>
            <a:rect l="l" t="t" r="r" b="b"/>
            <a:pathLst>
              <a:path w="95098" h="87783">
                <a:moveTo>
                  <a:pt x="95098" y="43892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0248595" y="2809037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4367053" y="2823667"/>
            <a:ext cx="95097" cy="87783"/>
          </a:xfrm>
          <a:custGeom>
            <a:avLst/>
            <a:gdLst/>
            <a:ahLst/>
            <a:cxnLst/>
            <a:rect l="l" t="t" r="r" b="b"/>
            <a:pathLst>
              <a:path w="95097" h="87783">
                <a:moveTo>
                  <a:pt x="95097" y="43891"/>
                </a:moveTo>
                <a:lnTo>
                  <a:pt x="0" y="0"/>
                </a:lnTo>
                <a:lnTo>
                  <a:pt x="0" y="87783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969203" y="1858061"/>
            <a:ext cx="87783" cy="95097"/>
          </a:xfrm>
          <a:custGeom>
            <a:avLst/>
            <a:gdLst/>
            <a:ahLst/>
            <a:cxnLst/>
            <a:rect l="l" t="t" r="r" b="b"/>
            <a:pathLst>
              <a:path w="87783" h="95097">
                <a:moveTo>
                  <a:pt x="43891" y="95097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5998464" y="3079699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988198" y="2392070"/>
            <a:ext cx="87783" cy="95098"/>
          </a:xfrm>
          <a:custGeom>
            <a:avLst/>
            <a:gdLst/>
            <a:ahLst/>
            <a:cxnLst/>
            <a:rect l="l" t="t" r="r" b="b"/>
            <a:pathLst>
              <a:path w="87783" h="95098">
                <a:moveTo>
                  <a:pt x="43892" y="95098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7988198" y="2874874"/>
            <a:ext cx="87783" cy="95097"/>
          </a:xfrm>
          <a:custGeom>
            <a:avLst/>
            <a:gdLst/>
            <a:ahLst/>
            <a:cxnLst/>
            <a:rect l="l" t="t" r="r" b="b"/>
            <a:pathLst>
              <a:path w="87783" h="95097">
                <a:moveTo>
                  <a:pt x="43892" y="95097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7988198" y="3694176"/>
            <a:ext cx="87783" cy="95098"/>
          </a:xfrm>
          <a:custGeom>
            <a:avLst/>
            <a:gdLst/>
            <a:ahLst/>
            <a:cxnLst/>
            <a:rect l="l" t="t" r="r" b="b"/>
            <a:pathLst>
              <a:path w="87783" h="95098">
                <a:moveTo>
                  <a:pt x="43892" y="95098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7988198" y="4220870"/>
            <a:ext cx="87783" cy="95098"/>
          </a:xfrm>
          <a:custGeom>
            <a:avLst/>
            <a:gdLst/>
            <a:ahLst/>
            <a:cxnLst/>
            <a:rect l="l" t="t" r="r" b="b"/>
            <a:pathLst>
              <a:path w="87783" h="95098">
                <a:moveTo>
                  <a:pt x="43892" y="95098"/>
                </a:moveTo>
                <a:lnTo>
                  <a:pt x="877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7761427" y="2582266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95098" y="43891"/>
                </a:moveTo>
                <a:lnTo>
                  <a:pt x="0" y="0"/>
                </a:lnTo>
                <a:lnTo>
                  <a:pt x="0" y="8778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8207654" y="3942893"/>
            <a:ext cx="95098" cy="87782"/>
          </a:xfrm>
          <a:custGeom>
            <a:avLst/>
            <a:gdLst/>
            <a:ahLst/>
            <a:cxnLst/>
            <a:rect l="l" t="t" r="r" b="b"/>
            <a:pathLst>
              <a:path w="95098" h="87782">
                <a:moveTo>
                  <a:pt x="0" y="43891"/>
                </a:moveTo>
                <a:lnTo>
                  <a:pt x="95098" y="87782"/>
                </a:lnTo>
                <a:lnTo>
                  <a:pt x="95098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1040466" y="1741018"/>
            <a:ext cx="87782" cy="95097"/>
          </a:xfrm>
          <a:custGeom>
            <a:avLst/>
            <a:gdLst/>
            <a:ahLst/>
            <a:cxnLst/>
            <a:rect l="l" t="t" r="r" b="b"/>
            <a:pathLst>
              <a:path w="87782" h="95097">
                <a:moveTo>
                  <a:pt x="43891" y="95097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1040466" y="3847795"/>
            <a:ext cx="87782" cy="95098"/>
          </a:xfrm>
          <a:custGeom>
            <a:avLst/>
            <a:gdLst/>
            <a:ahLst/>
            <a:cxnLst/>
            <a:rect l="l" t="t" r="r" b="b"/>
            <a:pathLst>
              <a:path w="87782" h="95098">
                <a:moveTo>
                  <a:pt x="43891" y="95098"/>
                </a:moveTo>
                <a:lnTo>
                  <a:pt x="87782" y="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3028492" y="3430828"/>
            <a:ext cx="73152" cy="2194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101644" y="3452774"/>
            <a:ext cx="65837" cy="10972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167481" y="3562502"/>
            <a:ext cx="0" cy="380390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167481" y="3942892"/>
            <a:ext cx="36576" cy="124359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204057" y="4067251"/>
            <a:ext cx="131674" cy="5120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3204057" y="4118457"/>
            <a:ext cx="131674" cy="51207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3167481" y="4169664"/>
            <a:ext cx="36576" cy="12435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167481" y="4294022"/>
            <a:ext cx="0" cy="380390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3101644" y="4674412"/>
            <a:ext cx="65837" cy="109728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3028492" y="4784140"/>
            <a:ext cx="73152" cy="21946"/>
          </a:xfrm>
          <a:prstGeom prst="line">
            <a:avLst/>
          </a:prstGeom>
          <a:ln w="18288">
            <a:solidFill>
              <a:srgbClr val="3636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5032857" y="1097280"/>
            <a:ext cx="1960473" cy="4111142"/>
          </a:xfrm>
          <a:prstGeom prst="roundRect">
            <a:avLst>
              <a:gd name="adj" fmla="val 5372"/>
            </a:avLst>
          </a:prstGeom>
          <a:solidFill>
            <a:srgbClr val="FAFAFA"/>
          </a:solidFill>
          <a:ln w="1828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5274259" y="1997049"/>
            <a:ext cx="1536192" cy="702259"/>
          </a:xfrm>
          <a:prstGeom prst="roundRect">
            <a:avLst>
              <a:gd name="adj" fmla="val 13500"/>
            </a:avLst>
          </a:prstGeom>
          <a:solidFill>
            <a:srgbClr val="D5D5D5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7446873" y="797356"/>
            <a:ext cx="1170432" cy="1097280"/>
          </a:xfrm>
          <a:prstGeom prst="roundRect">
            <a:avLst>
              <a:gd name="adj" fmla="val 6719"/>
            </a:avLst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7644384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644383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7706563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7699980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99979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7762159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7755575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755575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7817754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7811171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811170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7873350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7866766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866766" y="929030"/>
            <a:ext cx="62179" cy="358444"/>
          </a:xfrm>
          <a:prstGeom prst="rect">
            <a:avLst/>
          </a:prstGeom>
          <a:solidFill>
            <a:srgbClr val="B8B8B8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7928945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7922362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922361" y="929030"/>
            <a:ext cx="62179" cy="358444"/>
          </a:xfrm>
          <a:prstGeom prst="rect">
            <a:avLst/>
          </a:prstGeom>
          <a:solidFill>
            <a:srgbClr val="858585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7984541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977957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977957" y="929030"/>
            <a:ext cx="62179" cy="358444"/>
          </a:xfrm>
          <a:prstGeom prst="rect">
            <a:avLst/>
          </a:prstGeom>
          <a:solidFill>
            <a:srgbClr val="858585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8040136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8033553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033552" y="929030"/>
            <a:ext cx="62179" cy="358444"/>
          </a:xfrm>
          <a:prstGeom prst="rect">
            <a:avLst/>
          </a:prstGeom>
          <a:solidFill>
            <a:srgbClr val="858585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8095732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8089148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089148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8151327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8144744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144743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8206923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8200339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200339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8262518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8255935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1" y="0"/>
                </a:lnTo>
                <a:lnTo>
                  <a:pt x="117043" y="0"/>
                </a:lnTo>
                <a:lnTo>
                  <a:pt x="58521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255934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8318114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8311530" y="855878"/>
            <a:ext cx="117043" cy="65837"/>
          </a:xfrm>
          <a:custGeom>
            <a:avLst/>
            <a:gdLst/>
            <a:ahLst/>
            <a:cxnLst/>
            <a:rect l="l" t="t" r="r" b="b"/>
            <a:pathLst>
              <a:path w="117043" h="65837">
                <a:moveTo>
                  <a:pt x="0" y="65837"/>
                </a:moveTo>
                <a:lnTo>
                  <a:pt x="58522" y="0"/>
                </a:lnTo>
                <a:lnTo>
                  <a:pt x="117043" y="0"/>
                </a:lnTo>
                <a:lnTo>
                  <a:pt x="58522" y="65837"/>
                </a:lnTo>
                <a:close/>
              </a:path>
            </a:pathLst>
          </a:custGeom>
          <a:solidFill>
            <a:srgbClr val="EBEBEB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311530" y="929030"/>
            <a:ext cx="62179" cy="358444"/>
          </a:xfrm>
          <a:prstGeom prst="rect">
            <a:avLst/>
          </a:prstGeom>
          <a:solidFill>
            <a:srgbClr val="CDCDCD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8373709" y="855878"/>
            <a:ext cx="54864" cy="431597"/>
          </a:xfrm>
          <a:custGeom>
            <a:avLst/>
            <a:gdLst/>
            <a:ahLst/>
            <a:cxnLst/>
            <a:rect l="l" t="t" r="r" b="b"/>
            <a:pathLst>
              <a:path w="54864" h="431597">
                <a:moveTo>
                  <a:pt x="0" y="73152"/>
                </a:moveTo>
                <a:lnTo>
                  <a:pt x="54864" y="0"/>
                </a:lnTo>
                <a:lnTo>
                  <a:pt x="54864" y="358445"/>
                </a:lnTo>
                <a:lnTo>
                  <a:pt x="0" y="431597"/>
                </a:lnTo>
                <a:close/>
              </a:path>
            </a:pathLst>
          </a:custGeom>
          <a:solidFill>
            <a:srgbClr val="999999"/>
          </a:solidFill>
          <a:ln w="6217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7439558" y="2187244"/>
            <a:ext cx="1177747" cy="2538374"/>
          </a:xfrm>
          <a:prstGeom prst="roundRect">
            <a:avLst>
              <a:gd name="adj" fmla="val 8049"/>
            </a:avLst>
          </a:prstGeom>
          <a:solidFill>
            <a:srgbClr val="FAFAFA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7571231" y="2977286"/>
            <a:ext cx="914400" cy="519379"/>
          </a:xfrm>
          <a:prstGeom prst="roundRect">
            <a:avLst>
              <a:gd name="adj" fmla="val 16225"/>
            </a:avLst>
          </a:prstGeom>
          <a:solidFill>
            <a:srgbClr val="D8D8D8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7659014" y="4323283"/>
            <a:ext cx="738835" cy="358444"/>
          </a:xfrm>
          <a:prstGeom prst="roundRect">
            <a:avLst>
              <a:gd name="adj" fmla="val 20571"/>
            </a:avLst>
          </a:prstGeom>
          <a:solidFill>
            <a:srgbClr val="D6D6D6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8909913" y="804672"/>
            <a:ext cx="1170432" cy="4264761"/>
          </a:xfrm>
          <a:prstGeom prst="roundRect">
            <a:avLst>
              <a:gd name="adj" fmla="val 6300"/>
            </a:avLst>
          </a:prstGeom>
          <a:solidFill>
            <a:srgbClr val="FAFAFA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8968435" y="1989734"/>
            <a:ext cx="1046073" cy="599846"/>
          </a:xfrm>
          <a:prstGeom prst="roundRect">
            <a:avLst>
              <a:gd name="adj" fmla="val 16682"/>
            </a:avLst>
          </a:prstGeom>
          <a:solidFill>
            <a:srgbClr val="D6D6D6"/>
          </a:solidFill>
          <a:ln w="16824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11814048" y="811987"/>
            <a:ext cx="1997049" cy="4023360"/>
          </a:xfrm>
          <a:prstGeom prst="roundRect">
            <a:avLst>
              <a:gd name="adj" fmla="val 8702"/>
            </a:avLst>
          </a:prstGeom>
          <a:solidFill>
            <a:srgbClr val="EBEBEB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11982297" y="1565452"/>
            <a:ext cx="1053388" cy="3101644"/>
          </a:xfrm>
          <a:prstGeom prst="roundRect">
            <a:avLst>
              <a:gd name="adj" fmla="val 6499"/>
            </a:avLst>
          </a:prstGeom>
          <a:solidFill>
            <a:srgbClr val="FAFAFA"/>
          </a:solidFill>
          <a:ln w="16093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2143232" y="1653235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2743078" y="1653235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2143232" y="2296972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2743078" y="2296972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2143232" y="2940710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2743078" y="2940710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2143232" y="3584448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2743078" y="3584448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2143232" y="4228185"/>
            <a:ext cx="168249" cy="343814"/>
          </a:xfrm>
          <a:prstGeom prst="rect">
            <a:avLst/>
          </a:prstGeom>
          <a:solidFill>
            <a:srgbClr val="FAFAFA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2743078" y="4228185"/>
            <a:ext cx="168249" cy="343814"/>
          </a:xfrm>
          <a:prstGeom prst="rect">
            <a:avLst/>
          </a:prstGeom>
          <a:solidFill>
            <a:srgbClr val="F5F5F5"/>
          </a:solidFill>
          <a:ln w="1463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3350240" y="2040940"/>
            <a:ext cx="351129" cy="1623974"/>
          </a:xfrm>
          <a:prstGeom prst="rect">
            <a:avLst/>
          </a:prstGeom>
          <a:solidFill>
            <a:srgbClr val="D0D0D0"/>
          </a:solidFill>
          <a:ln w="16093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10462564" y="841248"/>
            <a:ext cx="1221638" cy="3950208"/>
          </a:xfrm>
          <a:prstGeom prst="roundRect">
            <a:avLst>
              <a:gd name="adj" fmla="val 6467"/>
            </a:avLst>
          </a:prstGeom>
          <a:solidFill>
            <a:srgbClr val="E6E6E6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10550347" y="1148486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10550347" y="1850745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10550347" y="3255264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10550347" y="3957523"/>
            <a:ext cx="1075334" cy="373075"/>
          </a:xfrm>
          <a:prstGeom prst="roundRect">
            <a:avLst>
              <a:gd name="adj" fmla="val 23999"/>
            </a:avLst>
          </a:prstGeom>
          <a:solidFill>
            <a:srgbClr val="F0F0F0"/>
          </a:solidFill>
          <a:ln w="15361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4498726" y="321868"/>
            <a:ext cx="358444" cy="4681728"/>
          </a:xfrm>
          <a:prstGeom prst="rect">
            <a:avLst/>
          </a:prstGeom>
          <a:solidFill>
            <a:srgbClr val="EEEEEE"/>
          </a:solidFill>
          <a:ln w="17556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1426464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2" y="0"/>
                </a:lnTo>
                <a:lnTo>
                  <a:pt x="212141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FAFAFA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550822" y="1141171"/>
            <a:ext cx="87783" cy="885139"/>
          </a:xfrm>
          <a:custGeom>
            <a:avLst/>
            <a:gdLst/>
            <a:ahLst/>
            <a:cxnLst/>
            <a:rect l="l" t="t" r="r" b="b"/>
            <a:pathLst>
              <a:path w="87783" h="885139">
                <a:moveTo>
                  <a:pt x="0" y="124359"/>
                </a:moveTo>
                <a:lnTo>
                  <a:pt x="87783" y="0"/>
                </a:lnTo>
                <a:lnTo>
                  <a:pt x="87783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1660550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3" y="0"/>
                </a:lnTo>
                <a:lnTo>
                  <a:pt x="212141" y="0"/>
                </a:lnTo>
                <a:lnTo>
                  <a:pt x="12435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784909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894637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2" y="0"/>
                </a:lnTo>
                <a:lnTo>
                  <a:pt x="212141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2018995" y="1141171"/>
            <a:ext cx="87783" cy="885139"/>
          </a:xfrm>
          <a:custGeom>
            <a:avLst/>
            <a:gdLst/>
            <a:ahLst/>
            <a:cxnLst/>
            <a:rect l="l" t="t" r="r" b="b"/>
            <a:pathLst>
              <a:path w="87783" h="885139">
                <a:moveTo>
                  <a:pt x="0" y="124359"/>
                </a:moveTo>
                <a:lnTo>
                  <a:pt x="87783" y="0"/>
                </a:lnTo>
                <a:lnTo>
                  <a:pt x="87783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2128723" y="1141171"/>
            <a:ext cx="212141" cy="124359"/>
          </a:xfrm>
          <a:custGeom>
            <a:avLst/>
            <a:gdLst/>
            <a:ahLst/>
            <a:cxnLst/>
            <a:rect l="l" t="t" r="r" b="b"/>
            <a:pathLst>
              <a:path w="212141" h="124359">
                <a:moveTo>
                  <a:pt x="0" y="124359"/>
                </a:moveTo>
                <a:lnTo>
                  <a:pt x="87783" y="0"/>
                </a:lnTo>
                <a:lnTo>
                  <a:pt x="212141" y="0"/>
                </a:lnTo>
                <a:lnTo>
                  <a:pt x="12435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2253082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2362810" y="1141171"/>
            <a:ext cx="212140" cy="124359"/>
          </a:xfrm>
          <a:custGeom>
            <a:avLst/>
            <a:gdLst/>
            <a:ahLst/>
            <a:cxnLst/>
            <a:rect l="l" t="t" r="r" b="b"/>
            <a:pathLst>
              <a:path w="212140" h="124359">
                <a:moveTo>
                  <a:pt x="0" y="124359"/>
                </a:moveTo>
                <a:lnTo>
                  <a:pt x="87782" y="0"/>
                </a:lnTo>
                <a:lnTo>
                  <a:pt x="212140" y="0"/>
                </a:lnTo>
                <a:lnTo>
                  <a:pt x="12435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2487168" y="1141171"/>
            <a:ext cx="87782" cy="885139"/>
          </a:xfrm>
          <a:custGeom>
            <a:avLst/>
            <a:gdLst/>
            <a:ahLst/>
            <a:cxnLst/>
            <a:rect l="l" t="t" r="r" b="b"/>
            <a:pathLst>
              <a:path w="87782" h="885139">
                <a:moveTo>
                  <a:pt x="0" y="124359"/>
                </a:moveTo>
                <a:lnTo>
                  <a:pt x="87782" y="0"/>
                </a:lnTo>
                <a:lnTo>
                  <a:pt x="87782" y="760781"/>
                </a:lnTo>
                <a:lnTo>
                  <a:pt x="0" y="885139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3672230" y="1038758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3811219" y="1038758"/>
            <a:ext cx="87783" cy="1024128"/>
          </a:xfrm>
          <a:custGeom>
            <a:avLst/>
            <a:gdLst/>
            <a:ahLst/>
            <a:cxnLst/>
            <a:rect l="l" t="t" r="r" b="b"/>
            <a:pathLst>
              <a:path w="87783" h="1024128">
                <a:moveTo>
                  <a:pt x="0" y="124359"/>
                </a:moveTo>
                <a:lnTo>
                  <a:pt x="87783" y="0"/>
                </a:lnTo>
                <a:lnTo>
                  <a:pt x="87783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3825850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8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3964838" y="1038758"/>
            <a:ext cx="87783" cy="1024128"/>
          </a:xfrm>
          <a:custGeom>
            <a:avLst/>
            <a:gdLst/>
            <a:ahLst/>
            <a:cxnLst/>
            <a:rect l="l" t="t" r="r" b="b"/>
            <a:pathLst>
              <a:path w="87783" h="1024128">
                <a:moveTo>
                  <a:pt x="0" y="124359"/>
                </a:moveTo>
                <a:lnTo>
                  <a:pt x="87783" y="0"/>
                </a:lnTo>
                <a:lnTo>
                  <a:pt x="87783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3979469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4118458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4133088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4272077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4286707" y="103875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3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CECEC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Freeform 176"/>
          <p:cNvSpPr/>
          <p:nvPr/>
        </p:nvSpPr>
        <p:spPr>
          <a:xfrm>
            <a:off x="4425696" y="1038758"/>
            <a:ext cx="87782" cy="1024128"/>
          </a:xfrm>
          <a:custGeom>
            <a:avLst/>
            <a:gdLst/>
            <a:ahLst/>
            <a:cxnLst/>
            <a:rect l="l" t="t" r="r" b="b"/>
            <a:pathLst>
              <a:path w="87782" h="1024128">
                <a:moveTo>
                  <a:pt x="0" y="124359"/>
                </a:moveTo>
                <a:lnTo>
                  <a:pt x="87782" y="0"/>
                </a:lnTo>
                <a:lnTo>
                  <a:pt x="87782" y="899770"/>
                </a:lnTo>
                <a:lnTo>
                  <a:pt x="0" y="1024128"/>
                </a:lnTo>
                <a:close/>
              </a:path>
            </a:pathLst>
          </a:custGeom>
          <a:solidFill>
            <a:srgbClr val="9E9E9E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Freeform 177"/>
          <p:cNvSpPr/>
          <p:nvPr/>
        </p:nvSpPr>
        <p:spPr>
          <a:xfrm>
            <a:off x="1470355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1602029" y="2838298"/>
            <a:ext cx="87782" cy="760780"/>
          </a:xfrm>
          <a:custGeom>
            <a:avLst/>
            <a:gdLst/>
            <a:ahLst/>
            <a:cxnLst/>
            <a:rect l="l" t="t" r="r" b="b"/>
            <a:pathLst>
              <a:path w="87782" h="760780">
                <a:moveTo>
                  <a:pt x="0" y="124358"/>
                </a:moveTo>
                <a:lnTo>
                  <a:pt x="87782" y="0"/>
                </a:lnTo>
                <a:lnTo>
                  <a:pt x="87782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1697126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1828800" y="2838298"/>
            <a:ext cx="87782" cy="760780"/>
          </a:xfrm>
          <a:custGeom>
            <a:avLst/>
            <a:gdLst/>
            <a:ahLst/>
            <a:cxnLst/>
            <a:rect l="l" t="t" r="r" b="b"/>
            <a:pathLst>
              <a:path w="87782" h="760780">
                <a:moveTo>
                  <a:pt x="0" y="124358"/>
                </a:moveTo>
                <a:lnTo>
                  <a:pt x="87782" y="0"/>
                </a:lnTo>
                <a:lnTo>
                  <a:pt x="87782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1923898" y="2838298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3" y="124358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2055571" y="2838298"/>
            <a:ext cx="87783" cy="760780"/>
          </a:xfrm>
          <a:custGeom>
            <a:avLst/>
            <a:gdLst/>
            <a:ahLst/>
            <a:cxnLst/>
            <a:rect l="l" t="t" r="r" b="b"/>
            <a:pathLst>
              <a:path w="87783" h="760780">
                <a:moveTo>
                  <a:pt x="0" y="124358"/>
                </a:moveTo>
                <a:lnTo>
                  <a:pt x="87783" y="0"/>
                </a:lnTo>
                <a:lnTo>
                  <a:pt x="87783" y="636422"/>
                </a:lnTo>
                <a:lnTo>
                  <a:pt x="0" y="76078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2538374" y="2830982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2677363" y="2830982"/>
            <a:ext cx="87783" cy="702260"/>
          </a:xfrm>
          <a:custGeom>
            <a:avLst/>
            <a:gdLst/>
            <a:ahLst/>
            <a:cxnLst/>
            <a:rect l="l" t="t" r="r" b="b"/>
            <a:pathLst>
              <a:path w="87783" h="702260">
                <a:moveTo>
                  <a:pt x="0" y="124359"/>
                </a:moveTo>
                <a:lnTo>
                  <a:pt x="87783" y="0"/>
                </a:lnTo>
                <a:lnTo>
                  <a:pt x="87783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FAFAFA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2662733" y="2830982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2801722" y="2830982"/>
            <a:ext cx="87782" cy="702260"/>
          </a:xfrm>
          <a:custGeom>
            <a:avLst/>
            <a:gdLst/>
            <a:ahLst/>
            <a:cxnLst/>
            <a:rect l="l" t="t" r="r" b="b"/>
            <a:pathLst>
              <a:path w="87782" h="702260">
                <a:moveTo>
                  <a:pt x="0" y="124359"/>
                </a:moveTo>
                <a:lnTo>
                  <a:pt x="87782" y="0"/>
                </a:lnTo>
                <a:lnTo>
                  <a:pt x="87782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2787091" y="2830982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3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DEDED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2926080" y="2830982"/>
            <a:ext cx="87782" cy="702260"/>
          </a:xfrm>
          <a:custGeom>
            <a:avLst/>
            <a:gdLst/>
            <a:ahLst/>
            <a:cxnLst/>
            <a:rect l="l" t="t" r="r" b="b"/>
            <a:pathLst>
              <a:path w="87782" h="702260">
                <a:moveTo>
                  <a:pt x="0" y="124359"/>
                </a:moveTo>
                <a:lnTo>
                  <a:pt x="87782" y="0"/>
                </a:lnTo>
                <a:lnTo>
                  <a:pt x="87782" y="577901"/>
                </a:lnTo>
                <a:lnTo>
                  <a:pt x="0" y="702260"/>
                </a:lnTo>
                <a:close/>
              </a:path>
            </a:pathLst>
          </a:custGeom>
          <a:solidFill>
            <a:srgbClr val="A1A1A1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1492301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3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1623974" y="4374490"/>
            <a:ext cx="87783" cy="768096"/>
          </a:xfrm>
          <a:custGeom>
            <a:avLst/>
            <a:gdLst/>
            <a:ahLst/>
            <a:cxnLst/>
            <a:rect l="l" t="t" r="r" b="b"/>
            <a:pathLst>
              <a:path w="87783" h="768096">
                <a:moveTo>
                  <a:pt x="0" y="124358"/>
                </a:moveTo>
                <a:lnTo>
                  <a:pt x="87783" y="0"/>
                </a:lnTo>
                <a:lnTo>
                  <a:pt x="87783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1719072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2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850746" y="4374490"/>
            <a:ext cx="87782" cy="768096"/>
          </a:xfrm>
          <a:custGeom>
            <a:avLst/>
            <a:gdLst/>
            <a:ahLst/>
            <a:cxnLst/>
            <a:rect l="l" t="t" r="r" b="b"/>
            <a:pathLst>
              <a:path w="87782" h="768096">
                <a:moveTo>
                  <a:pt x="0" y="124358"/>
                </a:moveTo>
                <a:lnTo>
                  <a:pt x="87782" y="0"/>
                </a:lnTo>
                <a:lnTo>
                  <a:pt x="87782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1945843" y="4374490"/>
            <a:ext cx="219456" cy="124358"/>
          </a:xfrm>
          <a:custGeom>
            <a:avLst/>
            <a:gdLst/>
            <a:ahLst/>
            <a:cxnLst/>
            <a:rect l="l" t="t" r="r" b="b"/>
            <a:pathLst>
              <a:path w="219456" h="124358">
                <a:moveTo>
                  <a:pt x="0" y="124358"/>
                </a:moveTo>
                <a:lnTo>
                  <a:pt x="87783" y="0"/>
                </a:lnTo>
                <a:lnTo>
                  <a:pt x="219456" y="0"/>
                </a:lnTo>
                <a:lnTo>
                  <a:pt x="131674" y="124358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2077517" y="4374490"/>
            <a:ext cx="87782" cy="768096"/>
          </a:xfrm>
          <a:custGeom>
            <a:avLst/>
            <a:gdLst/>
            <a:ahLst/>
            <a:cxnLst/>
            <a:rect l="l" t="t" r="r" b="b"/>
            <a:pathLst>
              <a:path w="87782" h="768096">
                <a:moveTo>
                  <a:pt x="0" y="124358"/>
                </a:moveTo>
                <a:lnTo>
                  <a:pt x="87782" y="0"/>
                </a:lnTo>
                <a:lnTo>
                  <a:pt x="87782" y="643737"/>
                </a:lnTo>
                <a:lnTo>
                  <a:pt x="0" y="768096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2560320" y="433059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2699309" y="4330598"/>
            <a:ext cx="87782" cy="746151"/>
          </a:xfrm>
          <a:custGeom>
            <a:avLst/>
            <a:gdLst/>
            <a:ahLst/>
            <a:cxnLst/>
            <a:rect l="l" t="t" r="r" b="b"/>
            <a:pathLst>
              <a:path w="87782" h="746151">
                <a:moveTo>
                  <a:pt x="0" y="124359"/>
                </a:moveTo>
                <a:lnTo>
                  <a:pt x="87782" y="0"/>
                </a:lnTo>
                <a:lnTo>
                  <a:pt x="87782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2684678" y="4330598"/>
            <a:ext cx="226772" cy="124359"/>
          </a:xfrm>
          <a:custGeom>
            <a:avLst/>
            <a:gdLst/>
            <a:ahLst/>
            <a:cxnLst/>
            <a:rect l="l" t="t" r="r" b="b"/>
            <a:pathLst>
              <a:path w="226772" h="124359">
                <a:moveTo>
                  <a:pt x="0" y="124359"/>
                </a:moveTo>
                <a:lnTo>
                  <a:pt x="87783" y="0"/>
                </a:lnTo>
                <a:lnTo>
                  <a:pt x="226772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2823667" y="4330598"/>
            <a:ext cx="87783" cy="746151"/>
          </a:xfrm>
          <a:custGeom>
            <a:avLst/>
            <a:gdLst/>
            <a:ahLst/>
            <a:cxnLst/>
            <a:rect l="l" t="t" r="r" b="b"/>
            <a:pathLst>
              <a:path w="87783" h="746151">
                <a:moveTo>
                  <a:pt x="0" y="124359"/>
                </a:moveTo>
                <a:lnTo>
                  <a:pt x="87783" y="0"/>
                </a:lnTo>
                <a:lnTo>
                  <a:pt x="87783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2809037" y="4330598"/>
            <a:ext cx="226771" cy="124359"/>
          </a:xfrm>
          <a:custGeom>
            <a:avLst/>
            <a:gdLst/>
            <a:ahLst/>
            <a:cxnLst/>
            <a:rect l="l" t="t" r="r" b="b"/>
            <a:pathLst>
              <a:path w="226771" h="124359">
                <a:moveTo>
                  <a:pt x="0" y="124359"/>
                </a:moveTo>
                <a:lnTo>
                  <a:pt x="87782" y="0"/>
                </a:lnTo>
                <a:lnTo>
                  <a:pt x="226771" y="0"/>
                </a:lnTo>
                <a:lnTo>
                  <a:pt x="138989" y="124359"/>
                </a:lnTo>
                <a:close/>
              </a:path>
            </a:pathLst>
          </a:custGeom>
          <a:solidFill>
            <a:srgbClr val="E6E6E6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2948026" y="4330598"/>
            <a:ext cx="87782" cy="746151"/>
          </a:xfrm>
          <a:custGeom>
            <a:avLst/>
            <a:gdLst/>
            <a:ahLst/>
            <a:cxnLst/>
            <a:rect l="l" t="t" r="r" b="b"/>
            <a:pathLst>
              <a:path w="87782" h="746151">
                <a:moveTo>
                  <a:pt x="0" y="124359"/>
                </a:moveTo>
                <a:lnTo>
                  <a:pt x="87782" y="0"/>
                </a:lnTo>
                <a:lnTo>
                  <a:pt x="87782" y="621792"/>
                </a:lnTo>
                <a:lnTo>
                  <a:pt x="0" y="746151"/>
                </a:lnTo>
                <a:close/>
              </a:path>
            </a:pathLst>
          </a:custGeom>
          <a:solidFill>
            <a:srgbClr val="949494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3650285" y="3160166"/>
            <a:ext cx="314553" cy="124359"/>
          </a:xfrm>
          <a:custGeom>
            <a:avLst/>
            <a:gdLst/>
            <a:ahLst/>
            <a:cxnLst/>
            <a:rect l="l" t="t" r="r" b="b"/>
            <a:pathLst>
              <a:path w="314553" h="124359">
                <a:moveTo>
                  <a:pt x="0" y="124359"/>
                </a:moveTo>
                <a:lnTo>
                  <a:pt x="87782" y="0"/>
                </a:lnTo>
                <a:lnTo>
                  <a:pt x="314553" y="0"/>
                </a:lnTo>
                <a:lnTo>
                  <a:pt x="226771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reeform 202"/>
          <p:cNvSpPr/>
          <p:nvPr/>
        </p:nvSpPr>
        <p:spPr>
          <a:xfrm>
            <a:off x="3877056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3825850" y="3160166"/>
            <a:ext cx="314553" cy="124359"/>
          </a:xfrm>
          <a:custGeom>
            <a:avLst/>
            <a:gdLst/>
            <a:ahLst/>
            <a:cxnLst/>
            <a:rect l="l" t="t" r="r" b="b"/>
            <a:pathLst>
              <a:path w="314553" h="124359">
                <a:moveTo>
                  <a:pt x="0" y="124359"/>
                </a:moveTo>
                <a:lnTo>
                  <a:pt x="87782" y="0"/>
                </a:lnTo>
                <a:lnTo>
                  <a:pt x="314553" y="0"/>
                </a:lnTo>
                <a:lnTo>
                  <a:pt x="226771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4052621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4001414" y="3160166"/>
            <a:ext cx="314554" cy="124359"/>
          </a:xfrm>
          <a:custGeom>
            <a:avLst/>
            <a:gdLst/>
            <a:ahLst/>
            <a:cxnLst/>
            <a:rect l="l" t="t" r="r" b="b"/>
            <a:pathLst>
              <a:path w="314554" h="124359">
                <a:moveTo>
                  <a:pt x="0" y="124359"/>
                </a:moveTo>
                <a:lnTo>
                  <a:pt x="87783" y="0"/>
                </a:lnTo>
                <a:lnTo>
                  <a:pt x="314554" y="0"/>
                </a:lnTo>
                <a:lnTo>
                  <a:pt x="226772" y="124359"/>
                </a:lnTo>
                <a:close/>
              </a:path>
            </a:pathLst>
          </a:custGeom>
          <a:solidFill>
            <a:srgbClr val="C2C2C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4228186" y="3160166"/>
            <a:ext cx="87782" cy="1397204"/>
          </a:xfrm>
          <a:custGeom>
            <a:avLst/>
            <a:gdLst/>
            <a:ahLst/>
            <a:cxnLst/>
            <a:rect l="l" t="t" r="r" b="b"/>
            <a:pathLst>
              <a:path w="87782" h="1397204">
                <a:moveTo>
                  <a:pt x="0" y="124359"/>
                </a:moveTo>
                <a:lnTo>
                  <a:pt x="87782" y="0"/>
                </a:lnTo>
                <a:lnTo>
                  <a:pt x="87782" y="1272845"/>
                </a:lnTo>
                <a:lnTo>
                  <a:pt x="0" y="1397204"/>
                </a:lnTo>
                <a:close/>
              </a:path>
            </a:pathLst>
          </a:custGeom>
          <a:solidFill>
            <a:srgbClr val="72727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544921" y="3708806"/>
            <a:ext cx="362102" cy="185806"/>
          </a:xfrm>
          <a:prstGeom prst="rect">
            <a:avLst/>
          </a:prstGeom>
          <a:solidFill>
            <a:srgbClr val="85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903366" y="3708806"/>
            <a:ext cx="362102" cy="185806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61811" y="3708806"/>
            <a:ext cx="362102" cy="185806"/>
          </a:xfrm>
          <a:prstGeom prst="rect">
            <a:avLst/>
          </a:prstGeom>
          <a:solidFill>
            <a:srgbClr val="C2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5544921" y="3891686"/>
            <a:ext cx="362102" cy="18580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5903366" y="3891686"/>
            <a:ext cx="362102" cy="185806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261811" y="3891686"/>
            <a:ext cx="362102" cy="18580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5544921" y="4074566"/>
            <a:ext cx="362102" cy="18580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5903366" y="4074566"/>
            <a:ext cx="362102" cy="185806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261811" y="4074566"/>
            <a:ext cx="362102" cy="18580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5544921" y="4257446"/>
            <a:ext cx="362102" cy="185806"/>
          </a:xfrm>
          <a:prstGeom prst="rect">
            <a:avLst/>
          </a:prstGeom>
          <a:solidFill>
            <a:srgbClr val="B1B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5903366" y="4257446"/>
            <a:ext cx="362102" cy="185806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261811" y="4257446"/>
            <a:ext cx="362102" cy="185806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5544921" y="4440326"/>
            <a:ext cx="362102" cy="185806"/>
          </a:xfrm>
          <a:prstGeom prst="rect">
            <a:avLst/>
          </a:prstGeom>
          <a:solidFill>
            <a:srgbClr val="CBC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5903366" y="4440326"/>
            <a:ext cx="362102" cy="185806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261811" y="4440326"/>
            <a:ext cx="362102" cy="185806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129369" y="3679545"/>
            <a:ext cx="87782" cy="204825"/>
          </a:xfrm>
          <a:prstGeom prst="rect">
            <a:avLst/>
          </a:prstGeom>
          <a:solidFill>
            <a:srgbClr val="B7B7B7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261043" y="2991916"/>
            <a:ext cx="87782" cy="892454"/>
          </a:xfrm>
          <a:prstGeom prst="rect">
            <a:avLst/>
          </a:prstGeom>
          <a:solidFill>
            <a:srgbClr val="7B7B7B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392716" y="3423513"/>
            <a:ext cx="87782" cy="460857"/>
          </a:xfrm>
          <a:prstGeom prst="rect">
            <a:avLst/>
          </a:prstGeom>
          <a:solidFill>
            <a:srgbClr val="979797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524390" y="3233318"/>
            <a:ext cx="87782" cy="651052"/>
          </a:xfrm>
          <a:prstGeom prst="rect">
            <a:avLst/>
          </a:prstGeom>
          <a:solidFill>
            <a:srgbClr val="888888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656064" y="3277209"/>
            <a:ext cx="87782" cy="607161"/>
          </a:xfrm>
          <a:prstGeom prst="rect">
            <a:avLst/>
          </a:prstGeom>
          <a:solidFill>
            <a:srgbClr val="ACACAC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787737" y="3145536"/>
            <a:ext cx="87782" cy="738835"/>
          </a:xfrm>
          <a:prstGeom prst="rect">
            <a:avLst/>
          </a:prstGeom>
          <a:solidFill>
            <a:srgbClr val="C1C1C1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919411" y="3613708"/>
            <a:ext cx="87782" cy="270662"/>
          </a:xfrm>
          <a:prstGeom prst="rect">
            <a:avLst/>
          </a:prstGeom>
          <a:solidFill>
            <a:srgbClr val="969696"/>
          </a:solidFill>
          <a:ln w="7315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426464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660550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894636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2128723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2362809" y="1265529"/>
            <a:ext cx="124358" cy="760780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3672230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3825849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3979468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4133088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4286707" y="1163116"/>
            <a:ext cx="138988" cy="899769"/>
          </a:xfrm>
          <a:prstGeom prst="rect">
            <a:avLst/>
          </a:prstGeom>
          <a:solidFill>
            <a:srgbClr val="C9C9C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470355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697126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923897" y="2962656"/>
            <a:ext cx="131673" cy="636422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2538374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2662732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2787091" y="2955340"/>
            <a:ext cx="138988" cy="577900"/>
          </a:xfrm>
          <a:prstGeom prst="rect">
            <a:avLst/>
          </a:prstGeom>
          <a:solidFill>
            <a:srgbClr val="C3C3C3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492300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719072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945843" y="4498848"/>
            <a:ext cx="131673" cy="643737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2560320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684678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2809036" y="4454956"/>
            <a:ext cx="138988" cy="621792"/>
          </a:xfrm>
          <a:prstGeom prst="rect">
            <a:avLst/>
          </a:prstGeom>
          <a:solidFill>
            <a:srgbClr val="B9B9B9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3650284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3825849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4001414" y="3284524"/>
            <a:ext cx="226771" cy="1272844"/>
          </a:xfrm>
          <a:prstGeom prst="rect">
            <a:avLst/>
          </a:prstGeom>
          <a:solidFill>
            <a:srgbClr val="929292"/>
          </a:solidFill>
          <a:ln w="12070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9" name="Connector 258"/>
          <p:cNvCxnSpPr/>
          <p:nvPr/>
        </p:nvCxnSpPr>
        <p:spPr>
          <a:xfrm>
            <a:off x="9092793" y="3891686"/>
            <a:ext cx="826618" cy="0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9100108" y="2940710"/>
            <a:ext cx="0" cy="950976"/>
          </a:xfrm>
          <a:prstGeom prst="line">
            <a:avLst/>
          </a:prstGeom>
          <a:ln w="12435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2311481" y="1821484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Oval 261"/>
          <p:cNvSpPr/>
          <p:nvPr/>
        </p:nvSpPr>
        <p:spPr>
          <a:xfrm>
            <a:off x="12408042" y="1793687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3" name="Connector 262"/>
          <p:cNvCxnSpPr/>
          <p:nvPr/>
        </p:nvCxnSpPr>
        <p:spPr>
          <a:xfrm flipV="1">
            <a:off x="12465100" y="1741017"/>
            <a:ext cx="160935" cy="80467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2647980" y="1821484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2311481" y="2465222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Oval 265"/>
          <p:cNvSpPr/>
          <p:nvPr/>
        </p:nvSpPr>
        <p:spPr>
          <a:xfrm>
            <a:off x="12408042" y="2437424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>
            <a:off x="12465100" y="2465222"/>
            <a:ext cx="160935" cy="7315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12647980" y="2465222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12311481" y="3108960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Oval 269"/>
          <p:cNvSpPr/>
          <p:nvPr/>
        </p:nvSpPr>
        <p:spPr>
          <a:xfrm>
            <a:off x="12408042" y="3081162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1" name="Connector 270"/>
          <p:cNvCxnSpPr/>
          <p:nvPr/>
        </p:nvCxnSpPr>
        <p:spPr>
          <a:xfrm flipV="1">
            <a:off x="12465100" y="3028492"/>
            <a:ext cx="160935" cy="80468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12647980" y="3108960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12311481" y="3752697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Oval 273"/>
          <p:cNvSpPr/>
          <p:nvPr/>
        </p:nvSpPr>
        <p:spPr>
          <a:xfrm>
            <a:off x="12408042" y="3724899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5" name="Connector 274"/>
          <p:cNvCxnSpPr/>
          <p:nvPr/>
        </p:nvCxnSpPr>
        <p:spPr>
          <a:xfrm>
            <a:off x="12465100" y="3752697"/>
            <a:ext cx="160935" cy="7315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12647980" y="3752697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12311481" y="4396435"/>
            <a:ext cx="124359" cy="0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Oval 277"/>
          <p:cNvSpPr/>
          <p:nvPr/>
        </p:nvSpPr>
        <p:spPr>
          <a:xfrm>
            <a:off x="12408042" y="4368637"/>
            <a:ext cx="55595" cy="55595"/>
          </a:xfrm>
          <a:prstGeom prst="ellipse">
            <a:avLst/>
          </a:prstGeom>
          <a:solidFill>
            <a:srgbClr val="FFFFFF"/>
          </a:solidFill>
          <a:ln w="13898">
            <a:solidFill>
              <a:srgbClr val="36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9" name="Connector 278"/>
          <p:cNvCxnSpPr/>
          <p:nvPr/>
        </p:nvCxnSpPr>
        <p:spPr>
          <a:xfrm flipV="1">
            <a:off x="12465100" y="4315968"/>
            <a:ext cx="160935" cy="80467"/>
          </a:xfrm>
          <a:prstGeom prst="line">
            <a:avLst/>
          </a:prstGeom>
          <a:ln w="1463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12647980" y="4396435"/>
            <a:ext cx="95098" cy="0"/>
          </a:xfrm>
          <a:prstGeom prst="line">
            <a:avLst/>
          </a:prstGeom>
          <a:ln w="10241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Freeform 280"/>
          <p:cNvSpPr/>
          <p:nvPr/>
        </p:nvSpPr>
        <p:spPr>
          <a:xfrm>
            <a:off x="12521349" y="1741018"/>
            <a:ext cx="104686" cy="81786"/>
          </a:xfrm>
          <a:custGeom>
            <a:avLst/>
            <a:gdLst/>
            <a:ahLst/>
            <a:cxnLst/>
            <a:rect l="l" t="t" r="r" b="b"/>
            <a:pathLst>
              <a:path w="104686" h="81786">
                <a:moveTo>
                  <a:pt x="104686" y="0"/>
                </a:moveTo>
                <a:lnTo>
                  <a:pt x="0" y="3271"/>
                </a:lnTo>
                <a:lnTo>
                  <a:pt x="39257" y="81786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Freeform 281"/>
          <p:cNvSpPr/>
          <p:nvPr/>
        </p:nvSpPr>
        <p:spPr>
          <a:xfrm>
            <a:off x="12529043" y="2424374"/>
            <a:ext cx="96992" cy="87691"/>
          </a:xfrm>
          <a:custGeom>
            <a:avLst/>
            <a:gdLst/>
            <a:ahLst/>
            <a:cxnLst/>
            <a:rect l="l" t="t" r="r" b="b"/>
            <a:pathLst>
              <a:path w="96992" h="87691">
                <a:moveTo>
                  <a:pt x="96992" y="48164"/>
                </a:moveTo>
                <a:lnTo>
                  <a:pt x="3986" y="0"/>
                </a:lnTo>
                <a:lnTo>
                  <a:pt x="0" y="87691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12521349" y="3028493"/>
            <a:ext cx="104686" cy="81786"/>
          </a:xfrm>
          <a:custGeom>
            <a:avLst/>
            <a:gdLst/>
            <a:ahLst/>
            <a:cxnLst/>
            <a:rect l="l" t="t" r="r" b="b"/>
            <a:pathLst>
              <a:path w="104686" h="81786">
                <a:moveTo>
                  <a:pt x="104686" y="0"/>
                </a:moveTo>
                <a:lnTo>
                  <a:pt x="0" y="3271"/>
                </a:lnTo>
                <a:lnTo>
                  <a:pt x="39257" y="81786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12529043" y="3711849"/>
            <a:ext cx="96992" cy="87692"/>
          </a:xfrm>
          <a:custGeom>
            <a:avLst/>
            <a:gdLst/>
            <a:ahLst/>
            <a:cxnLst/>
            <a:rect l="l" t="t" r="r" b="b"/>
            <a:pathLst>
              <a:path w="96992" h="87692">
                <a:moveTo>
                  <a:pt x="96992" y="48164"/>
                </a:moveTo>
                <a:lnTo>
                  <a:pt x="3986" y="0"/>
                </a:lnTo>
                <a:lnTo>
                  <a:pt x="0" y="87692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Freeform 284"/>
          <p:cNvSpPr/>
          <p:nvPr/>
        </p:nvSpPr>
        <p:spPr>
          <a:xfrm>
            <a:off x="12521349" y="4315968"/>
            <a:ext cx="104686" cy="81786"/>
          </a:xfrm>
          <a:custGeom>
            <a:avLst/>
            <a:gdLst/>
            <a:ahLst/>
            <a:cxnLst/>
            <a:rect l="l" t="t" r="r" b="b"/>
            <a:pathLst>
              <a:path w="104686" h="81786">
                <a:moveTo>
                  <a:pt x="104686" y="0"/>
                </a:moveTo>
                <a:lnTo>
                  <a:pt x="0" y="3271"/>
                </a:lnTo>
                <a:lnTo>
                  <a:pt x="39257" y="81786"/>
                </a:lnTo>
                <a:close/>
              </a:path>
            </a:pathLst>
          </a:custGeom>
          <a:solidFill>
            <a:srgbClr val="252525"/>
          </a:solidFill>
          <a:ln w="256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1294424" y="90891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Signal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017910" y="339608"/>
            <a:ext cx="195827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Encoders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468172" y="632764"/>
            <a:ext cx="3028492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3073481" y="142097"/>
            <a:ext cx="195827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Feature Tokens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3189427" y="486460"/>
            <a:ext cx="1799539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3547872" y="683971"/>
            <a:ext cx="1082649" cy="212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4939588" y="354238"/>
            <a:ext cx="2234793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Delay-Guided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732202" y="602955"/>
            <a:ext cx="264956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Cross-Attention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6692676" y="420075"/>
            <a:ext cx="264956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Temporal Pooling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1695541" y="178673"/>
            <a:ext cx="2373050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>Dual-Stream Fusion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0305653" y="434705"/>
            <a:ext cx="2373050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0285171" y="189280"/>
            <a:ext cx="156911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7" b="1" i="0">
                <a:solidFill>
                  <a:srgbClr val="171717"/>
                </a:solidFill>
                <a:latin typeface="Times New Roman"/>
              </a:rPr>
              <a:t>Entropy Gate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2379147" y="416052"/>
            <a:ext cx="182514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7" b="1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-61447" y="1526682"/>
            <a:ext cx="591068" cy="29699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12" b="0" i="0">
                <a:solidFill>
                  <a:srgbClr val="171717"/>
                </a:solidFill>
                <a:latin typeface="Times New Roman"/>
              </a:rPr>
              <a:t>EEG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-40233" y="3118104"/>
            <a:ext cx="621792" cy="318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7" b="0" i="0">
                <a:solidFill>
                  <a:srgbClr val="171717"/>
                </a:solidFill>
                <a:latin typeface="Times New Roman"/>
              </a:rPr>
              <a:t>ΔHbO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-40233" y="4661611"/>
            <a:ext cx="621792" cy="3182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7" b="0" i="0">
                <a:solidFill>
                  <a:srgbClr val="171717"/>
                </a:solidFill>
                <a:latin typeface="Times New Roman"/>
              </a:rPr>
              <a:t>ΔHbR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3359505" y="2157069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EEG features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3302812" y="2391156"/>
            <a:ext cx="144109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2990088" y="3685946"/>
            <a:ext cx="58521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1717"/>
                </a:solidFill>
                <a:latin typeface="Times New Roman"/>
              </a:rPr>
              <a:t>Concat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3274283" y="4649541"/>
            <a:ext cx="1512783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fNIRS features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3313785" y="4905573"/>
            <a:ext cx="1389888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4727082" y="1230050"/>
            <a:ext cx="2557393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97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5347045" y="2080625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1" i="0">
                <a:solidFill>
                  <a:srgbClr val="171717"/>
                </a:solidFill>
                <a:latin typeface="Times New Roman"/>
              </a:rPr>
              <a:t>Delay-Aware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5347045" y="2329342"/>
            <a:ext cx="1405249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5" b="1" i="0">
                <a:solidFill>
                  <a:srgbClr val="171717"/>
                </a:solidFill>
                <a:latin typeface="Times New Roman"/>
              </a:rPr>
              <a:t>Attention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5016398" y="4622292"/>
            <a:ext cx="208117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Attention Matrix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5408858" y="4898257"/>
            <a:ext cx="1266992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>Prior + Mask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7536850" y="1349105"/>
            <a:ext cx="990478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1717"/>
                </a:solidFill>
                <a:latin typeface="Times New Roman"/>
              </a:rPr>
              <a:t>Tokens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7375550" y="1615744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7352507" y="3102742"/>
            <a:ext cx="1359164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97" b="1" i="0">
                <a:solidFill>
                  <a:srgbClr val="171717"/>
                </a:solidFill>
                <a:latin typeface="Times New Roman"/>
              </a:rPr>
              <a:t>Attn Pool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7744602" y="4375586"/>
            <a:ext cx="560344" cy="275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1717"/>
                </a:solidFill>
                <a:latin typeface="Times New Roman"/>
              </a:rPr>
              <a:t>MLP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7191207" y="4765304"/>
            <a:ext cx="1681764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7467721" y="4984760"/>
            <a:ext cx="1128735" cy="2863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8767267" y="957376"/>
            <a:ext cx="144109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1717"/>
                </a:solidFill>
                <a:latin typeface="Times New Roman"/>
              </a:rPr>
              <a:t>Predictive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9087307" y="1206093"/>
            <a:ext cx="801014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1717"/>
                </a:solidFill>
                <a:latin typeface="Times New Roman"/>
              </a:rPr>
              <a:t>Entropy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8703259" y="1454810"/>
            <a:ext cx="156911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8838590" y="2164384"/>
            <a:ext cx="131307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H(p̂)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8825788" y="4164726"/>
            <a:ext cx="1338681" cy="243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9061338" y="4413443"/>
            <a:ext cx="867582" cy="243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4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10450860" y="997244"/>
            <a:ext cx="985357" cy="24396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DejaVu Serif"/>
              </a:rPr>
              <a:t/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11164824" y="966520"/>
            <a:ext cx="391363" cy="1591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3" b="0" i="1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26" name="TextBox 325"/>
          <p:cNvSpPr txBox="1"/>
          <p:nvPr/>
        </p:nvSpPr>
        <p:spPr>
          <a:xfrm rot="16200000">
            <a:off x="12245644" y="2717231"/>
            <a:ext cx="2560320" cy="2860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1717"/>
                </a:solidFill>
                <a:latin typeface="Times New Roman"/>
              </a:rPr>
              <a:t>Fusion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11574109" y="3749771"/>
            <a:ext cx="1021201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10619841" y="1206093"/>
            <a:ext cx="92903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Linear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10747857" y="1908352"/>
            <a:ext cx="67299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GELU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10619841" y="3312871"/>
            <a:ext cx="929030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Linear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10555833" y="4015130"/>
            <a:ext cx="105704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0">
                <a:solidFill>
                  <a:srgbClr val="171717"/>
                </a:solidFill>
                <a:latin typeface="Times New Roman"/>
              </a:rPr>
              <a:t>Sigmoid</a:t>
            </a:r>
          </a:p>
        </p:txBody>
      </p:sp>
      <p:sp>
        <p:nvSpPr>
          <p:cNvPr id="333" name="TextBox 332"/>
          <p:cNvSpPr txBox="1"/>
          <p:nvPr/>
        </p:nvSpPr>
        <p:spPr>
          <a:xfrm rot="16200000">
            <a:off x="13394131" y="2493751"/>
            <a:ext cx="2560320" cy="3233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Classifier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14271955" y="5081137"/>
            <a:ext cx="775411" cy="2545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1717"/>
                </a:solidFill>
                <a:latin typeface="Times New Roman"/>
              </a:rPr>
              <a:t/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10222992" y="4873752"/>
            <a:ext cx="269748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050">
                <a:solidFill>
                  <a:srgbClr val="171717"/>
                </a:solidFill>
                <a:latin typeface="Times New Roman"/>
              </a:defRPr>
            </a:pPr>
            <a:r>
              <a:t/>
            </a:r>
          </a:p>
        </p:txBody>
      </p:sp>
      <p:cxnSp>
        <p:nvCxnSpPr>
          <p:cNvPr id="337" name="Connector 336"/>
          <p:cNvCxnSpPr/>
          <p:nvPr/>
        </p:nvCxnSpPr>
        <p:spPr>
          <a:xfrm>
            <a:off x="11686032" y="2871216"/>
            <a:ext cx="118872" cy="0"/>
          </a:xfrm>
          <a:prstGeom prst="line">
            <a:avLst/>
          </a:prstGeom>
          <a:ln w="13970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13807440" y="2871216"/>
            <a:ext cx="658368" cy="0"/>
          </a:xfrm>
          <a:prstGeom prst="line">
            <a:avLst/>
          </a:prstGeom>
          <a:ln w="13970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TextBox 338"/>
          <p:cNvSpPr txBox="1"/>
          <p:nvPr/>
        </p:nvSpPr>
        <p:spPr>
          <a:xfrm>
            <a:off x="7360920" y="5029200"/>
            <a:ext cx="123444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defRPr sz="1100">
                <a:solidFill>
                  <a:srgbClr val="171717"/>
                </a:solidFill>
                <a:latin typeface="Times New Roman"/>
              </a:defRPr>
            </a:pPr>
            <a:r>
              <a:rPr sz="1300"/>
              <a:t>Shallow features</a:t>
            </a:r>
          </a:p>
        </p:txBody>
      </p:sp>
      <p:cxnSp>
        <p:nvCxnSpPr>
          <p:cNvPr id="340" name="Connector 339"/>
          <p:cNvCxnSpPr/>
          <p:nvPr/>
        </p:nvCxnSpPr>
        <p:spPr>
          <a:xfrm>
            <a:off x="8595360" y="5193792"/>
            <a:ext cx="4160520" cy="0"/>
          </a:xfrm>
          <a:prstGeom prst="line">
            <a:avLst/>
          </a:prstGeom>
          <a:ln w="1270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11045952" y="4791456"/>
            <a:ext cx="0" cy="402336"/>
          </a:xfrm>
          <a:prstGeom prst="line">
            <a:avLst/>
          </a:prstGeom>
          <a:ln w="12700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V="1">
            <a:off x="12755880" y="4837176"/>
            <a:ext cx="0" cy="356616"/>
          </a:xfrm>
          <a:prstGeom prst="line">
            <a:avLst/>
          </a:prstGeom>
          <a:ln w="12700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8677656" y="3529584"/>
            <a:ext cx="0" cy="1792224"/>
          </a:xfrm>
          <a:prstGeom prst="line">
            <a:avLst/>
          </a:prstGeom>
          <a:ln w="1270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8677656" y="5321808"/>
            <a:ext cx="4718304" cy="0"/>
          </a:xfrm>
          <a:prstGeom prst="line">
            <a:avLst/>
          </a:prstGeom>
          <a:ln w="1270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13395960" y="4837176"/>
            <a:ext cx="0" cy="484632"/>
          </a:xfrm>
          <a:prstGeom prst="line">
            <a:avLst/>
          </a:prstGeom>
          <a:ln w="12700">
            <a:solidFill>
              <a:srgbClr val="25252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
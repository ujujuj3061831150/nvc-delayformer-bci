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981529" cy="547176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981529" cy="54717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6617" y="109728"/>
            <a:ext cx="13320979" cy="5266944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94944" y="1667865"/>
            <a:ext cx="694944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867558" y="1667865"/>
            <a:ext cx="702259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2998" y="3218688"/>
            <a:ext cx="76078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43353" y="3211372"/>
            <a:ext cx="358445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5683" y="4798771"/>
            <a:ext cx="77541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50668" y="4762195"/>
            <a:ext cx="365760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35731" y="4118457"/>
            <a:ext cx="263347" cy="0"/>
          </a:xfrm>
          <a:prstGeom prst="line">
            <a:avLst/>
          </a:prstGeom>
          <a:ln w="1975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62272" y="1543507"/>
            <a:ext cx="16093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23206" y="1543507"/>
            <a:ext cx="0" cy="1228953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23206" y="2772460"/>
            <a:ext cx="31455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03750" y="3869740"/>
            <a:ext cx="226771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630521" y="2772460"/>
            <a:ext cx="0" cy="109728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30521" y="2772460"/>
            <a:ext cx="307239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93331" y="1543507"/>
            <a:ext cx="336499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17459" y="1901952"/>
            <a:ext cx="0" cy="241401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17305" y="3533241"/>
            <a:ext cx="234087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09606" y="2852928"/>
            <a:ext cx="234086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13094" y="1521561"/>
            <a:ext cx="0" cy="431597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42355" y="2728569"/>
            <a:ext cx="0" cy="446227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76672" y="2772460"/>
            <a:ext cx="0" cy="409652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76672" y="3182112"/>
            <a:ext cx="1294790" cy="0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671462" y="2794406"/>
            <a:ext cx="0" cy="387706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88812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88736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10604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17843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32089" y="2333548"/>
            <a:ext cx="0" cy="153620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32089" y="2772460"/>
            <a:ext cx="0" cy="197511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32089" y="3496665"/>
            <a:ext cx="0" cy="292608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32089" y="4147718"/>
            <a:ext cx="0" cy="16825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520025" y="3262579"/>
            <a:ext cx="43891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520025" y="2626156"/>
            <a:ext cx="0" cy="636423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20025" y="2626156"/>
            <a:ext cx="336499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85632" y="3255264"/>
            <a:ext cx="73152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58784" y="3255264"/>
            <a:ext cx="0" cy="73152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207654" y="3986784"/>
            <a:ext cx="351130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084356" y="1528876"/>
            <a:ext cx="0" cy="307239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084356" y="3635654"/>
            <a:ext cx="0" cy="307238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129479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47472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338682" y="3174797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406701" y="3167482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345997" y="4754880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421331" y="4718304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503981" y="4074566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234733" y="1499616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7973568" y="2048256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8756294" y="3489350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0248595" y="2809037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4367053" y="2823667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969203" y="1858061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1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998464" y="3079699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988198" y="23920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7988198" y="2874874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2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7988198" y="3694176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988198" y="42208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761427" y="2582266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8207654" y="3942893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0" y="43891"/>
                </a:moveTo>
                <a:lnTo>
                  <a:pt x="95098" y="87782"/>
                </a:lnTo>
                <a:lnTo>
                  <a:pt x="95098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1040466" y="1741018"/>
            <a:ext cx="87782" cy="95097"/>
          </a:xfrm>
          <a:custGeom>
            <a:avLst/>
            <a:gdLst/>
            <a:ahLst/>
            <a:cxnLst/>
            <a:rect l="l" t="t" r="r" b="b"/>
            <a:pathLst>
              <a:path w="87782" h="95097">
                <a:moveTo>
                  <a:pt x="43891" y="95097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1040466" y="3847795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3028492" y="3430828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101644" y="3452774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67481" y="356250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167481" y="3942892"/>
            <a:ext cx="36576" cy="124359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04057" y="4067251"/>
            <a:ext cx="131674" cy="5120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3204057" y="4118457"/>
            <a:ext cx="131674" cy="51207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3167481" y="4169664"/>
            <a:ext cx="36576" cy="12435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167481" y="429402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3101644" y="4674412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3028492" y="4784140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032857" y="1097280"/>
            <a:ext cx="1960473" cy="4111142"/>
          </a:xfrm>
          <a:prstGeom prst="roundRect">
            <a:avLst>
              <a:gd name="adj" fmla="val 5372"/>
            </a:avLst>
          </a:prstGeom>
          <a:solidFill>
            <a:srgbClr val="FAFAFA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274259" y="1997049"/>
            <a:ext cx="1536192" cy="702259"/>
          </a:xfrm>
          <a:prstGeom prst="roundRect">
            <a:avLst>
              <a:gd name="adj" fmla="val 13500"/>
            </a:avLst>
          </a:prstGeom>
          <a:solidFill>
            <a:srgbClr val="D5D5D5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446873" y="797356"/>
            <a:ext cx="1170432" cy="1097280"/>
          </a:xfrm>
          <a:prstGeom prst="roundRect">
            <a:avLst>
              <a:gd name="adj" fmla="val 6719"/>
            </a:avLst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764438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44383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770656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769998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99979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776215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775557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55575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781775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7811171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11170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7873350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866766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66766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7928945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7922362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922361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7984541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77957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77957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8040136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8033553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033552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8095732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8089148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089148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151327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814474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144743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820692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8200339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200339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8262518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825593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255934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831811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831153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311530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837370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7439558" y="2187244"/>
            <a:ext cx="1177747" cy="2538374"/>
          </a:xfrm>
          <a:prstGeom prst="roundRect">
            <a:avLst>
              <a:gd name="adj" fmla="val 8049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878470" y="2465222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571231" y="2977286"/>
            <a:ext cx="914400" cy="519379"/>
          </a:xfrm>
          <a:prstGeom prst="roundRect">
            <a:avLst>
              <a:gd name="adj" fmla="val 16225"/>
            </a:avLst>
          </a:prstGeom>
          <a:solidFill>
            <a:srgbClr val="D8D8D8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878470" y="3833164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659014" y="4323283"/>
            <a:ext cx="738835" cy="358444"/>
          </a:xfrm>
          <a:prstGeom prst="roundRect">
            <a:avLst>
              <a:gd name="adj" fmla="val 20571"/>
            </a:avLst>
          </a:prstGeom>
          <a:solidFill>
            <a:srgbClr val="D6D6D6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8909913" y="804672"/>
            <a:ext cx="1170432" cy="4264761"/>
          </a:xfrm>
          <a:prstGeom prst="roundRect">
            <a:avLst>
              <a:gd name="adj" fmla="val 6300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968435" y="1989734"/>
            <a:ext cx="1046073" cy="599846"/>
          </a:xfrm>
          <a:prstGeom prst="roundRect">
            <a:avLst>
              <a:gd name="adj" fmla="val 16682"/>
            </a:avLst>
          </a:prstGeom>
          <a:solidFill>
            <a:srgbClr val="D6D6D6"/>
          </a:solidFill>
          <a:ln w="16824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1814048" y="811987"/>
            <a:ext cx="1997049" cy="4023360"/>
          </a:xfrm>
          <a:prstGeom prst="roundRect">
            <a:avLst>
              <a:gd name="adj" fmla="val 8702"/>
            </a:avLst>
          </a:prstGeom>
          <a:solidFill>
            <a:srgbClr val="EBEBEB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1982297" y="1565452"/>
            <a:ext cx="1053388" cy="3101644"/>
          </a:xfrm>
          <a:prstGeom prst="roundRect">
            <a:avLst>
              <a:gd name="adj" fmla="val 6499"/>
            </a:avLst>
          </a:prstGeom>
          <a:solidFill>
            <a:srgbClr val="FAFAFA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2143232" y="165323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2743078" y="165323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2143232" y="2296972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2743078" y="2296972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2143232" y="2940710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2743078" y="2940710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2143232" y="3584448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2743078" y="3584448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2143232" y="422818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2743078" y="422818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3350240" y="2040940"/>
            <a:ext cx="351129" cy="1623974"/>
          </a:xfrm>
          <a:prstGeom prst="rect">
            <a:avLst/>
          </a:prstGeom>
          <a:solidFill>
            <a:srgbClr val="D0D0D0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0462564" y="841248"/>
            <a:ext cx="1221638" cy="3950208"/>
          </a:xfrm>
          <a:prstGeom prst="roundRect">
            <a:avLst>
              <a:gd name="adj" fmla="val 6467"/>
            </a:avLst>
          </a:prstGeom>
          <a:solidFill>
            <a:srgbClr val="E6E6E6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0550347" y="1148486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0550347" y="1850745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0550347" y="3255264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0550347" y="3957523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4498726" y="321868"/>
            <a:ext cx="358444" cy="4681728"/>
          </a:xfrm>
          <a:prstGeom prst="rect">
            <a:avLst/>
          </a:prstGeom>
          <a:solidFill>
            <a:srgbClr val="EEEEEE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426464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550822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660550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784909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894637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2018995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128723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253082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362810" y="1141171"/>
            <a:ext cx="212140" cy="124359"/>
          </a:xfrm>
          <a:custGeom>
            <a:avLst/>
            <a:gdLst/>
            <a:ahLst/>
            <a:cxnLst/>
            <a:rect l="l" t="t" r="r" b="b"/>
            <a:pathLst>
              <a:path w="212140" h="124359">
                <a:moveTo>
                  <a:pt x="0" y="124359"/>
                </a:moveTo>
                <a:lnTo>
                  <a:pt x="87782" y="0"/>
                </a:lnTo>
                <a:lnTo>
                  <a:pt x="212140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487168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3672230" y="103875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3811219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3825850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3964838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3979469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4118458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133088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4272077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286707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4425696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470355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602029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697126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828800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923898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2055571" y="2838298"/>
            <a:ext cx="87783" cy="760780"/>
          </a:xfrm>
          <a:custGeom>
            <a:avLst/>
            <a:gdLst/>
            <a:ahLst/>
            <a:cxnLst/>
            <a:rect l="l" t="t" r="r" b="b"/>
            <a:pathLst>
              <a:path w="87783" h="760780">
                <a:moveTo>
                  <a:pt x="0" y="124358"/>
                </a:moveTo>
                <a:lnTo>
                  <a:pt x="87783" y="0"/>
                </a:lnTo>
                <a:lnTo>
                  <a:pt x="87783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2538374" y="2830982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677363" y="2830982"/>
            <a:ext cx="87783" cy="702260"/>
          </a:xfrm>
          <a:custGeom>
            <a:avLst/>
            <a:gdLst/>
            <a:ahLst/>
            <a:cxnLst/>
            <a:rect l="l" t="t" r="r" b="b"/>
            <a:pathLst>
              <a:path w="87783" h="702260">
                <a:moveTo>
                  <a:pt x="0" y="124359"/>
                </a:moveTo>
                <a:lnTo>
                  <a:pt x="87783" y="0"/>
                </a:lnTo>
                <a:lnTo>
                  <a:pt x="87783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662733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2801722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787091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926080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492301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623974" y="4374490"/>
            <a:ext cx="87783" cy="768096"/>
          </a:xfrm>
          <a:custGeom>
            <a:avLst/>
            <a:gdLst/>
            <a:ahLst/>
            <a:cxnLst/>
            <a:rect l="l" t="t" r="r" b="b"/>
            <a:pathLst>
              <a:path w="87783" h="768096">
                <a:moveTo>
                  <a:pt x="0" y="124358"/>
                </a:moveTo>
                <a:lnTo>
                  <a:pt x="87783" y="0"/>
                </a:lnTo>
                <a:lnTo>
                  <a:pt x="87783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719072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850746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945843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077517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560320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699309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2684678" y="433059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823667" y="4330598"/>
            <a:ext cx="87783" cy="746151"/>
          </a:xfrm>
          <a:custGeom>
            <a:avLst/>
            <a:gdLst/>
            <a:ahLst/>
            <a:cxnLst/>
            <a:rect l="l" t="t" r="r" b="b"/>
            <a:pathLst>
              <a:path w="87783" h="746151">
                <a:moveTo>
                  <a:pt x="0" y="124359"/>
                </a:moveTo>
                <a:lnTo>
                  <a:pt x="87783" y="0"/>
                </a:lnTo>
                <a:lnTo>
                  <a:pt x="87783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2809037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2948026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3650285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387705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3825850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4052621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4001414" y="3160166"/>
            <a:ext cx="314554" cy="124359"/>
          </a:xfrm>
          <a:custGeom>
            <a:avLst/>
            <a:gdLst/>
            <a:ahLst/>
            <a:cxnLst/>
            <a:rect l="l" t="t" r="r" b="b"/>
            <a:pathLst>
              <a:path w="314554" h="124359">
                <a:moveTo>
                  <a:pt x="0" y="124359"/>
                </a:moveTo>
                <a:lnTo>
                  <a:pt x="87783" y="0"/>
                </a:lnTo>
                <a:lnTo>
                  <a:pt x="314554" y="0"/>
                </a:lnTo>
                <a:lnTo>
                  <a:pt x="226772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422818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544921" y="3708806"/>
            <a:ext cx="362102" cy="185806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903366" y="3708806"/>
            <a:ext cx="362102" cy="18580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61811" y="3708806"/>
            <a:ext cx="362102" cy="185806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544921" y="3891686"/>
            <a:ext cx="362102" cy="18580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903366" y="3891686"/>
            <a:ext cx="362102" cy="185806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261811" y="3891686"/>
            <a:ext cx="362102" cy="18580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544921" y="4074566"/>
            <a:ext cx="362102" cy="18580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903366" y="4074566"/>
            <a:ext cx="362102" cy="18580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261811" y="4074566"/>
            <a:ext cx="362102" cy="18580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544921" y="4257446"/>
            <a:ext cx="362102" cy="185806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903366" y="4257446"/>
            <a:ext cx="362102" cy="185806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261811" y="4257446"/>
            <a:ext cx="362102" cy="18580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544921" y="4440326"/>
            <a:ext cx="362102" cy="185806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903366" y="4440326"/>
            <a:ext cx="362102" cy="18580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261811" y="4440326"/>
            <a:ext cx="362102" cy="185806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129369" y="3679545"/>
            <a:ext cx="87782" cy="204825"/>
          </a:xfrm>
          <a:prstGeom prst="rect">
            <a:avLst/>
          </a:prstGeom>
          <a:solidFill>
            <a:srgbClr val="B7B7B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261043" y="2991916"/>
            <a:ext cx="87782" cy="892454"/>
          </a:xfrm>
          <a:prstGeom prst="rect">
            <a:avLst/>
          </a:prstGeom>
          <a:solidFill>
            <a:srgbClr val="7B7B7B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392716" y="3423513"/>
            <a:ext cx="87782" cy="460857"/>
          </a:xfrm>
          <a:prstGeom prst="rect">
            <a:avLst/>
          </a:prstGeom>
          <a:solidFill>
            <a:srgbClr val="97979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524390" y="3233318"/>
            <a:ext cx="87782" cy="651052"/>
          </a:xfrm>
          <a:prstGeom prst="rect">
            <a:avLst/>
          </a:prstGeom>
          <a:solidFill>
            <a:srgbClr val="888888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656064" y="3277209"/>
            <a:ext cx="87782" cy="607161"/>
          </a:xfrm>
          <a:prstGeom prst="rect">
            <a:avLst/>
          </a:prstGeom>
          <a:solidFill>
            <a:srgbClr val="ACACAC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787737" y="3145536"/>
            <a:ext cx="87782" cy="738835"/>
          </a:xfrm>
          <a:prstGeom prst="rect">
            <a:avLst/>
          </a:prstGeom>
          <a:solidFill>
            <a:srgbClr val="C1C1C1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919411" y="3613708"/>
            <a:ext cx="87782" cy="270662"/>
          </a:xfrm>
          <a:prstGeom prst="rect">
            <a:avLst/>
          </a:prstGeom>
          <a:solidFill>
            <a:srgbClr val="969696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426464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60550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894636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128723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362809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3672230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3825849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397946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13308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286707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470355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697126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923897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2538374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2662732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2787091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492300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719072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945843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2560320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84678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2809036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365028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3825849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400141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>
            <a:off x="7936992" y="2618841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8032089" y="2523744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7936992" y="3986784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8032089" y="3891686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092793" y="3891686"/>
            <a:ext cx="826618" cy="0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100108" y="2940710"/>
            <a:ext cx="0" cy="9509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2311481" y="1821484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Oval 261"/>
          <p:cNvSpPr/>
          <p:nvPr/>
        </p:nvSpPr>
        <p:spPr>
          <a:xfrm>
            <a:off x="12408042" y="179368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 flipV="1">
            <a:off x="12465100" y="1741017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2647980" y="1821484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2311481" y="2465222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Oval 265"/>
          <p:cNvSpPr/>
          <p:nvPr/>
        </p:nvSpPr>
        <p:spPr>
          <a:xfrm>
            <a:off x="12408042" y="2437424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2465100" y="2465222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2647980" y="2465222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2311481" y="3108960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Oval 269"/>
          <p:cNvSpPr/>
          <p:nvPr/>
        </p:nvSpPr>
        <p:spPr>
          <a:xfrm>
            <a:off x="12408042" y="3081162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 flipV="1">
            <a:off x="12465100" y="3028492"/>
            <a:ext cx="160935" cy="80468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2647980" y="3108960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2311481" y="3752697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Oval 273"/>
          <p:cNvSpPr/>
          <p:nvPr/>
        </p:nvSpPr>
        <p:spPr>
          <a:xfrm>
            <a:off x="12408042" y="3724899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Connector 274"/>
          <p:cNvCxnSpPr/>
          <p:nvPr/>
        </p:nvCxnSpPr>
        <p:spPr>
          <a:xfrm>
            <a:off x="12465100" y="3752697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2647980" y="3752697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2311481" y="4396435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Oval 277"/>
          <p:cNvSpPr/>
          <p:nvPr/>
        </p:nvSpPr>
        <p:spPr>
          <a:xfrm>
            <a:off x="12408042" y="436863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 flipV="1">
            <a:off x="12465100" y="4315968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2647980" y="4396435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Freeform 280"/>
          <p:cNvSpPr/>
          <p:nvPr/>
        </p:nvSpPr>
        <p:spPr>
          <a:xfrm>
            <a:off x="12521349" y="174101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12529043" y="2424374"/>
            <a:ext cx="96992" cy="87691"/>
          </a:xfrm>
          <a:custGeom>
            <a:avLst/>
            <a:gdLst/>
            <a:ahLst/>
            <a:cxnLst/>
            <a:rect l="l" t="t" r="r" b="b"/>
            <a:pathLst>
              <a:path w="96992" h="87691">
                <a:moveTo>
                  <a:pt x="96992" y="48164"/>
                </a:moveTo>
                <a:lnTo>
                  <a:pt x="3986" y="0"/>
                </a:lnTo>
                <a:lnTo>
                  <a:pt x="0" y="87691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2521349" y="3028493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12529043" y="3711849"/>
            <a:ext cx="96992" cy="87692"/>
          </a:xfrm>
          <a:custGeom>
            <a:avLst/>
            <a:gdLst/>
            <a:ahLst/>
            <a:cxnLst/>
            <a:rect l="l" t="t" r="r" b="b"/>
            <a:pathLst>
              <a:path w="96992" h="87692">
                <a:moveTo>
                  <a:pt x="96992" y="48164"/>
                </a:moveTo>
                <a:lnTo>
                  <a:pt x="3986" y="0"/>
                </a:lnTo>
                <a:lnTo>
                  <a:pt x="0" y="8769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2521349" y="431596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294424" y="90891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Signal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17910" y="339608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Encoders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68172" y="632764"/>
            <a:ext cx="3028492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073481" y="142097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Feature Tokens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189427" y="486460"/>
            <a:ext cx="179953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3547872" y="683971"/>
            <a:ext cx="108264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939588" y="354238"/>
            <a:ext cx="2234793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Delay-Guided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732202" y="60295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Cross-Attention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6692676" y="42007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Temporal Pooling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1695541" y="178673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Dual-Stream Fusion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0305653" y="434705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285171" y="18928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>Entropy Gate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2379147" y="416052"/>
            <a:ext cx="182514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-61447" y="1526682"/>
            <a:ext cx="591068" cy="2969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171717"/>
                </a:solidFill>
                <a:latin typeface="Times New Roman"/>
              </a:rPr>
              <a:t>EEG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-40233" y="3118104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ΔHbO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-40233" y="4661611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ΔHbR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359505" y="2157069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EEG features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302812" y="239115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136392" y="3685946"/>
            <a:ext cx="54498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Concat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274283" y="4649541"/>
            <a:ext cx="1512783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fNIRS features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3313785" y="4905573"/>
            <a:ext cx="1389888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4727082" y="1230050"/>
            <a:ext cx="2557393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347045" y="2080625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Delay-Aware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5347045" y="2329342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Attention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016398" y="4622292"/>
            <a:ext cx="208117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Attention Matrix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5408858" y="4898257"/>
            <a:ext cx="1266992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Prior + Mask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7536850" y="1349105"/>
            <a:ext cx="990478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Tokens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375550" y="161574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352507" y="3102742"/>
            <a:ext cx="135916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171717"/>
                </a:solidFill>
                <a:latin typeface="Times New Roman"/>
              </a:rPr>
              <a:t>Attn Pool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744602" y="4375586"/>
            <a:ext cx="56034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MLP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7191207" y="4765304"/>
            <a:ext cx="1681764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467721" y="4984760"/>
            <a:ext cx="112873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767267" y="95737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Predictive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087307" y="1206093"/>
            <a:ext cx="80101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Entropy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8703259" y="145481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8838590" y="216438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H(p̂)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8825788" y="4164726"/>
            <a:ext cx="1338681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9061338" y="4413443"/>
            <a:ext cx="867582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0450860" y="997244"/>
            <a:ext cx="985357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DejaVu Serif"/>
              </a:rPr>
              <a:t/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1164824" y="966520"/>
            <a:ext cx="391363" cy="1591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3" b="0" i="1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6" name="TextBox 325"/>
          <p:cNvSpPr txBox="1"/>
          <p:nvPr/>
        </p:nvSpPr>
        <p:spPr>
          <a:xfrm rot="16200000">
            <a:off x="12245644" y="2717231"/>
            <a:ext cx="2560320" cy="286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Times New Roman"/>
              </a:rPr>
              <a:t>Fusion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1574109" y="3749771"/>
            <a:ext cx="102120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0619841" y="1206093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0747857" y="1908352"/>
            <a:ext cx="67299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GELU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0619841" y="3312871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0555833" y="4015130"/>
            <a:ext cx="105704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Sigmoid</a:t>
            </a:r>
          </a:p>
        </p:txBody>
      </p:sp>
      <p:sp>
        <p:nvSpPr>
          <p:cNvPr id="333" name="TextBox 332"/>
          <p:cNvSpPr txBox="1"/>
          <p:nvPr/>
        </p:nvSpPr>
        <p:spPr>
          <a:xfrm rot="16200000">
            <a:off x="13394131" y="2493751"/>
            <a:ext cx="2560320" cy="3233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Classifier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4271955" y="5081137"/>
            <a:ext cx="77541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0222992" y="4873752"/>
            <a:ext cx="2697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50">
                <a:solidFill>
                  <a:srgbClr val="171717"/>
                </a:solidFill>
                <a:latin typeface="Times New Roman"/>
              </a:defRPr>
            </a:pPr>
            <a:r>
              <a:t/>
            </a:r>
          </a:p>
        </p:txBody>
      </p:sp>
      <p:cxnSp>
        <p:nvCxnSpPr>
          <p:cNvPr id="337" name="Connector 336"/>
          <p:cNvCxnSpPr/>
          <p:nvPr/>
        </p:nvCxnSpPr>
        <p:spPr>
          <a:xfrm>
            <a:off x="11686032" y="2871216"/>
            <a:ext cx="118872" cy="0"/>
          </a:xfrm>
          <a:prstGeom prst="line">
            <a:avLst/>
          </a:prstGeom>
          <a:ln w="13970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3807440" y="2871216"/>
            <a:ext cx="658368" cy="0"/>
          </a:xfrm>
          <a:prstGeom prst="line">
            <a:avLst/>
          </a:prstGeom>
          <a:ln w="13970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/>
          <p:cNvSpPr txBox="1"/>
          <p:nvPr/>
        </p:nvSpPr>
        <p:spPr>
          <a:xfrm>
            <a:off x="7360920" y="5029200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>
                <a:solidFill>
                  <a:srgbClr val="171717"/>
                </a:solidFill>
                <a:latin typeface="Times New Roman"/>
              </a:defRPr>
            </a:pPr>
            <a:r>
              <a:rPr sz="1000"/>
              <a:t>Shallow features</a:t>
            </a:r>
          </a:p>
        </p:txBody>
      </p:sp>
      <p:cxnSp>
        <p:nvCxnSpPr>
          <p:cNvPr id="340" name="Connector 339"/>
          <p:cNvCxnSpPr/>
          <p:nvPr/>
        </p:nvCxnSpPr>
        <p:spPr>
          <a:xfrm>
            <a:off x="8595360" y="5193792"/>
            <a:ext cx="4160520" cy="0"/>
          </a:xfrm>
          <a:prstGeom prst="line">
            <a:avLst/>
          </a:prstGeom>
          <a:ln w="1270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11045952" y="4791456"/>
            <a:ext cx="0" cy="402336"/>
          </a:xfrm>
          <a:prstGeom prst="line">
            <a:avLst/>
          </a:prstGeom>
          <a:ln w="12700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12755880" y="4837176"/>
            <a:ext cx="0" cy="356616"/>
          </a:xfrm>
          <a:prstGeom prst="line">
            <a:avLst/>
          </a:prstGeom>
          <a:ln w="12700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8677656" y="3529584"/>
            <a:ext cx="0" cy="1792224"/>
          </a:xfrm>
          <a:prstGeom prst="line">
            <a:avLst/>
          </a:prstGeom>
          <a:ln w="1270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8677656" y="5321808"/>
            <a:ext cx="4718304" cy="0"/>
          </a:xfrm>
          <a:prstGeom prst="line">
            <a:avLst/>
          </a:prstGeom>
          <a:ln w="1270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13395960" y="4837176"/>
            <a:ext cx="0" cy="484632"/>
          </a:xfrm>
          <a:prstGeom prst="line">
            <a:avLst/>
          </a:prstGeom>
          <a:ln w="12700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
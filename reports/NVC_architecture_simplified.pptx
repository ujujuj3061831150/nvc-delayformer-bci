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77872" cy="54681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1664208"/>
            <a:ext cx="41148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22960" y="2907792"/>
            <a:ext cx="41148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07792" y="1664208"/>
            <a:ext cx="950976" cy="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58768" y="1664208"/>
            <a:ext cx="0" cy="27432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58768" y="1938528"/>
            <a:ext cx="237744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07792" y="2907792"/>
            <a:ext cx="950976" cy="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858768" y="2496312"/>
            <a:ext cx="0" cy="41148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58768" y="2496312"/>
            <a:ext cx="237744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56632" y="1042415"/>
            <a:ext cx="0" cy="649225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16752" y="2221992"/>
            <a:ext cx="676656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7560" y="1298448"/>
            <a:ext cx="0" cy="36576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37560" y="1298448"/>
            <a:ext cx="4160519" cy="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1298448"/>
            <a:ext cx="0" cy="621792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" y="1664208"/>
            <a:ext cx="0" cy="2587752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" y="4251960"/>
            <a:ext cx="310896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" y="2907792"/>
            <a:ext cx="0" cy="1344168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16752" y="4251960"/>
            <a:ext cx="676656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39327" y="2221992"/>
            <a:ext cx="877825" cy="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17152" y="2221992"/>
            <a:ext cx="0" cy="630936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17152" y="2852928"/>
            <a:ext cx="36576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39327" y="4251960"/>
            <a:ext cx="877825" cy="0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17152" y="3374136"/>
            <a:ext cx="0" cy="877824"/>
          </a:xfrm>
          <a:prstGeom prst="line">
            <a:avLst/>
          </a:prstGeom>
          <a:ln w="1778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17152" y="3374136"/>
            <a:ext cx="36576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658600" y="3108960"/>
            <a:ext cx="640080" cy="0"/>
          </a:xfrm>
          <a:prstGeom prst="line">
            <a:avLst/>
          </a:prstGeom>
          <a:ln w="17780">
            <a:solidFill>
              <a:srgbClr val="3B3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6304" y="1463040"/>
            <a:ext cx="658368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</a:defRPr>
            </a:pPr>
            <a:r>
              <a:t>EEG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2715768"/>
            <a:ext cx="77724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</a:defRPr>
            </a:pPr>
            <a:r>
              <a:t>fNIRS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1335024"/>
            <a:ext cx="1673352" cy="6583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444752"/>
            <a:ext cx="1581912" cy="4206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EEG encoder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2578608"/>
            <a:ext cx="1673352" cy="6583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688336"/>
            <a:ext cx="1581912" cy="4206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fNIRS encoder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6512" y="411480"/>
            <a:ext cx="1920240" cy="630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1376" y="512064"/>
            <a:ext cx="1810512" cy="4114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600" b="1">
                <a:solidFill>
                  <a:srgbClr val="171717"/>
                </a:solidFill>
                <a:latin typeface="Times New Roman"/>
              </a:defRPr>
            </a:pPr>
            <a:r>
              <a:t>Delay prior + mask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96512" y="1691640"/>
            <a:ext cx="1920240" cy="105156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1993392"/>
            <a:ext cx="1792224" cy="43891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Cross-attention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1783080"/>
            <a:ext cx="45720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400" b="0">
                <a:solidFill>
                  <a:srgbClr val="171717"/>
                </a:solidFill>
                <a:latin typeface="Times New Roman"/>
              </a:defRPr>
            </a:pPr>
            <a:r>
              <a:t>K,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2596896"/>
            <a:ext cx="329184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400" b="0">
                <a:solidFill>
                  <a:srgbClr val="171717"/>
                </a:solidFill>
                <a:latin typeface="Times New Roman"/>
              </a:defRPr>
            </a:pPr>
            <a:r>
              <a:t>Q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93408" y="1920240"/>
            <a:ext cx="1645920" cy="61264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9128" y="2020824"/>
            <a:ext cx="1554480" cy="3931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600" b="1">
                <a:solidFill>
                  <a:srgbClr val="171717"/>
                </a:solidFill>
                <a:latin typeface="Times New Roman"/>
              </a:defRPr>
            </a:pPr>
            <a:r>
              <a:t>Temporal pooling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96512" y="3913632"/>
            <a:ext cx="1920240" cy="6766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33087" y="3995928"/>
            <a:ext cx="1847088" cy="51206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600" b="1">
                <a:solidFill>
                  <a:srgbClr val="171717"/>
                </a:solidFill>
                <a:latin typeface="Times New Roman"/>
              </a:defRPr>
            </a:pPr>
            <a:r>
              <a:t>Spectral + optical</a:t>
            </a:r>
            <a:br/>
            <a:r>
              <a:t>features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93408" y="3913632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9128" y="4059936"/>
            <a:ext cx="1554480" cy="3657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Projection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2912" y="2578608"/>
            <a:ext cx="2075688" cy="1069848"/>
          </a:xfrm>
          <a:prstGeom prst="roundRect">
            <a:avLst>
              <a:gd name="adj" fmla="val 6000"/>
            </a:avLst>
          </a:prstGeom>
          <a:solidFill>
            <a:srgbClr val="EAEAEA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56064" y="2761488"/>
            <a:ext cx="1929384" cy="685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Entropy-guided</a:t>
            </a:r>
            <a:br/>
            <a:r>
              <a:t>dual-stream fusion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298680" y="2779776"/>
            <a:ext cx="1618488" cy="658368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397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0" y="2898648"/>
            <a:ext cx="1527048" cy="4206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700" b="1">
                <a:solidFill>
                  <a:srgbClr val="171717"/>
                </a:solidFill>
                <a:latin typeface="Times New Roman"/>
              </a:defRPr>
            </a:pPr>
            <a:r>
              <a:t>Classifier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2864" y="2642616"/>
            <a:ext cx="1234440" cy="32004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400" b="0">
                <a:solidFill>
                  <a:srgbClr val="171717"/>
                </a:solidFill>
                <a:latin typeface="Times New Roman"/>
              </a:defRPr>
            </a:pPr>
            <a:r>
              <a:t>Deep 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663440"/>
            <a:ext cx="1508760" cy="32004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400" b="0">
                <a:solidFill>
                  <a:srgbClr val="171717"/>
                </a:solidFill>
                <a:latin typeface="Times New Roman"/>
              </a:defRPr>
            </a:pPr>
            <a:r>
              <a:t>Shallow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